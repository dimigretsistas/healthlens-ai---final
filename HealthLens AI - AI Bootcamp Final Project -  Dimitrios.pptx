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embeddedFontLst>
    <p:embeddedFont>
      <p:font typeface="Quattrocento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QuattrocentoSans-bold.fntdata"/><Relationship Id="rId21" Type="http://schemas.openxmlformats.org/officeDocument/2006/relationships/font" Target="fonts/QuattrocentoSans-regular.fntdata"/><Relationship Id="rId24" Type="http://schemas.openxmlformats.org/officeDocument/2006/relationships/font" Target="fonts/QuattrocentoSans-boldItalic.fntdata"/><Relationship Id="rId23" Type="http://schemas.openxmlformats.org/officeDocument/2006/relationships/font" Target="fonts/Quattrocento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e543b3af94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3e543b3af94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e543b3af94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3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13.png"/><Relationship Id="rId13" Type="http://schemas.openxmlformats.org/officeDocument/2006/relationships/image" Target="../media/image27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0.png"/><Relationship Id="rId15" Type="http://schemas.openxmlformats.org/officeDocument/2006/relationships/image" Target="../media/image21.png"/><Relationship Id="rId14" Type="http://schemas.openxmlformats.org/officeDocument/2006/relationships/image" Target="../media/image41.png"/><Relationship Id="rId17" Type="http://schemas.openxmlformats.org/officeDocument/2006/relationships/image" Target="../media/image29.png"/><Relationship Id="rId16" Type="http://schemas.openxmlformats.org/officeDocument/2006/relationships/image" Target="../media/image3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18" Type="http://schemas.openxmlformats.org/officeDocument/2006/relationships/image" Target="../media/image30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55.png"/><Relationship Id="rId11" Type="http://schemas.openxmlformats.org/officeDocument/2006/relationships/image" Target="../media/image64.png"/><Relationship Id="rId22" Type="http://schemas.openxmlformats.org/officeDocument/2006/relationships/image" Target="../media/image60.png"/><Relationship Id="rId10" Type="http://schemas.openxmlformats.org/officeDocument/2006/relationships/image" Target="../media/image43.png"/><Relationship Id="rId21" Type="http://schemas.openxmlformats.org/officeDocument/2006/relationships/image" Target="../media/image61.png"/><Relationship Id="rId13" Type="http://schemas.openxmlformats.org/officeDocument/2006/relationships/image" Target="../media/image47.png"/><Relationship Id="rId24" Type="http://schemas.openxmlformats.org/officeDocument/2006/relationships/image" Target="../media/image63.png"/><Relationship Id="rId12" Type="http://schemas.openxmlformats.org/officeDocument/2006/relationships/image" Target="../media/image44.png"/><Relationship Id="rId23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45.png"/><Relationship Id="rId15" Type="http://schemas.openxmlformats.org/officeDocument/2006/relationships/image" Target="../media/image48.png"/><Relationship Id="rId14" Type="http://schemas.openxmlformats.org/officeDocument/2006/relationships/image" Target="../media/image42.png"/><Relationship Id="rId17" Type="http://schemas.openxmlformats.org/officeDocument/2006/relationships/image" Target="../media/image46.png"/><Relationship Id="rId16" Type="http://schemas.openxmlformats.org/officeDocument/2006/relationships/image" Target="../media/image58.png"/><Relationship Id="rId5" Type="http://schemas.openxmlformats.org/officeDocument/2006/relationships/image" Target="../media/image7.png"/><Relationship Id="rId19" Type="http://schemas.openxmlformats.org/officeDocument/2006/relationships/image" Target="../media/image53.png"/><Relationship Id="rId6" Type="http://schemas.openxmlformats.org/officeDocument/2006/relationships/image" Target="../media/image38.png"/><Relationship Id="rId18" Type="http://schemas.openxmlformats.org/officeDocument/2006/relationships/image" Target="../media/image59.png"/><Relationship Id="rId7" Type="http://schemas.openxmlformats.org/officeDocument/2006/relationships/image" Target="../media/image32.png"/><Relationship Id="rId8" Type="http://schemas.openxmlformats.org/officeDocument/2006/relationships/image" Target="../media/image37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74.png"/><Relationship Id="rId22" Type="http://schemas.openxmlformats.org/officeDocument/2006/relationships/image" Target="../media/image80.png"/><Relationship Id="rId21" Type="http://schemas.openxmlformats.org/officeDocument/2006/relationships/image" Target="../media/image77.png"/><Relationship Id="rId24" Type="http://schemas.openxmlformats.org/officeDocument/2006/relationships/image" Target="../media/image81.png"/><Relationship Id="rId23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69.png"/><Relationship Id="rId26" Type="http://schemas.openxmlformats.org/officeDocument/2006/relationships/image" Target="../media/image95.png"/><Relationship Id="rId25" Type="http://schemas.openxmlformats.org/officeDocument/2006/relationships/image" Target="../media/image85.png"/><Relationship Id="rId28" Type="http://schemas.openxmlformats.org/officeDocument/2006/relationships/image" Target="../media/image91.png"/><Relationship Id="rId27" Type="http://schemas.openxmlformats.org/officeDocument/2006/relationships/image" Target="../media/image97.png"/><Relationship Id="rId5" Type="http://schemas.openxmlformats.org/officeDocument/2006/relationships/image" Target="../media/image7.png"/><Relationship Id="rId6" Type="http://schemas.openxmlformats.org/officeDocument/2006/relationships/image" Target="../media/image62.png"/><Relationship Id="rId29" Type="http://schemas.openxmlformats.org/officeDocument/2006/relationships/image" Target="../media/image89.png"/><Relationship Id="rId7" Type="http://schemas.openxmlformats.org/officeDocument/2006/relationships/image" Target="../media/image70.png"/><Relationship Id="rId8" Type="http://schemas.openxmlformats.org/officeDocument/2006/relationships/image" Target="../media/image94.png"/><Relationship Id="rId31" Type="http://schemas.openxmlformats.org/officeDocument/2006/relationships/image" Target="../media/image84.png"/><Relationship Id="rId30" Type="http://schemas.openxmlformats.org/officeDocument/2006/relationships/image" Target="../media/image107.png"/><Relationship Id="rId11" Type="http://schemas.openxmlformats.org/officeDocument/2006/relationships/image" Target="../media/image100.png"/><Relationship Id="rId33" Type="http://schemas.openxmlformats.org/officeDocument/2006/relationships/image" Target="../media/image92.png"/><Relationship Id="rId10" Type="http://schemas.openxmlformats.org/officeDocument/2006/relationships/image" Target="../media/image66.png"/><Relationship Id="rId32" Type="http://schemas.openxmlformats.org/officeDocument/2006/relationships/image" Target="../media/image88.png"/><Relationship Id="rId13" Type="http://schemas.openxmlformats.org/officeDocument/2006/relationships/image" Target="../media/image73.png"/><Relationship Id="rId35" Type="http://schemas.openxmlformats.org/officeDocument/2006/relationships/image" Target="../media/image96.png"/><Relationship Id="rId12" Type="http://schemas.openxmlformats.org/officeDocument/2006/relationships/image" Target="../media/image79.png"/><Relationship Id="rId34" Type="http://schemas.openxmlformats.org/officeDocument/2006/relationships/image" Target="../media/image156.png"/><Relationship Id="rId15" Type="http://schemas.openxmlformats.org/officeDocument/2006/relationships/image" Target="../media/image76.png"/><Relationship Id="rId14" Type="http://schemas.openxmlformats.org/officeDocument/2006/relationships/image" Target="../media/image78.png"/><Relationship Id="rId17" Type="http://schemas.openxmlformats.org/officeDocument/2006/relationships/image" Target="../media/image68.png"/><Relationship Id="rId16" Type="http://schemas.openxmlformats.org/officeDocument/2006/relationships/image" Target="../media/image67.png"/><Relationship Id="rId19" Type="http://schemas.openxmlformats.org/officeDocument/2006/relationships/image" Target="../media/image71.png"/><Relationship Id="rId18" Type="http://schemas.openxmlformats.org/officeDocument/2006/relationships/image" Target="../media/image65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3.png"/><Relationship Id="rId22" Type="http://schemas.openxmlformats.org/officeDocument/2006/relationships/image" Target="../media/image122.png"/><Relationship Id="rId21" Type="http://schemas.openxmlformats.org/officeDocument/2006/relationships/image" Target="../media/image125.png"/><Relationship Id="rId24" Type="http://schemas.openxmlformats.org/officeDocument/2006/relationships/image" Target="../media/image120.png"/><Relationship Id="rId23" Type="http://schemas.openxmlformats.org/officeDocument/2006/relationships/image" Target="../media/image1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98.png"/><Relationship Id="rId25" Type="http://schemas.openxmlformats.org/officeDocument/2006/relationships/image" Target="../media/image130.png"/><Relationship Id="rId5" Type="http://schemas.openxmlformats.org/officeDocument/2006/relationships/image" Target="../media/image7.png"/><Relationship Id="rId6" Type="http://schemas.openxmlformats.org/officeDocument/2006/relationships/image" Target="../media/image103.png"/><Relationship Id="rId7" Type="http://schemas.openxmlformats.org/officeDocument/2006/relationships/image" Target="../media/image64.png"/><Relationship Id="rId8" Type="http://schemas.openxmlformats.org/officeDocument/2006/relationships/image" Target="../media/image99.png"/><Relationship Id="rId11" Type="http://schemas.openxmlformats.org/officeDocument/2006/relationships/image" Target="../media/image118.png"/><Relationship Id="rId10" Type="http://schemas.openxmlformats.org/officeDocument/2006/relationships/image" Target="../media/image108.png"/><Relationship Id="rId13" Type="http://schemas.openxmlformats.org/officeDocument/2006/relationships/image" Target="../media/image105.png"/><Relationship Id="rId12" Type="http://schemas.openxmlformats.org/officeDocument/2006/relationships/image" Target="../media/image101.png"/><Relationship Id="rId15" Type="http://schemas.openxmlformats.org/officeDocument/2006/relationships/image" Target="../media/image110.png"/><Relationship Id="rId14" Type="http://schemas.openxmlformats.org/officeDocument/2006/relationships/image" Target="../media/image114.png"/><Relationship Id="rId17" Type="http://schemas.openxmlformats.org/officeDocument/2006/relationships/image" Target="../media/image112.png"/><Relationship Id="rId16" Type="http://schemas.openxmlformats.org/officeDocument/2006/relationships/image" Target="../media/image109.png"/><Relationship Id="rId19" Type="http://schemas.openxmlformats.org/officeDocument/2006/relationships/image" Target="../media/image106.png"/><Relationship Id="rId18" Type="http://schemas.openxmlformats.org/officeDocument/2006/relationships/image" Target="../media/image1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34.png"/><Relationship Id="rId5" Type="http://schemas.openxmlformats.org/officeDocument/2006/relationships/image" Target="../media/image7.png"/><Relationship Id="rId6" Type="http://schemas.openxmlformats.org/officeDocument/2006/relationships/image" Target="../media/image147.png"/><Relationship Id="rId7" Type="http://schemas.openxmlformats.org/officeDocument/2006/relationships/image" Target="../media/image153.png"/><Relationship Id="rId8" Type="http://schemas.openxmlformats.org/officeDocument/2006/relationships/image" Target="../media/image148.png"/><Relationship Id="rId11" Type="http://schemas.openxmlformats.org/officeDocument/2006/relationships/image" Target="../media/image137.png"/><Relationship Id="rId10" Type="http://schemas.openxmlformats.org/officeDocument/2006/relationships/image" Target="../media/image64.png"/><Relationship Id="rId12" Type="http://schemas.openxmlformats.org/officeDocument/2006/relationships/image" Target="../media/image157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4.png"/><Relationship Id="rId22" Type="http://schemas.openxmlformats.org/officeDocument/2006/relationships/image" Target="../media/image182.png"/><Relationship Id="rId21" Type="http://schemas.openxmlformats.org/officeDocument/2006/relationships/image" Target="../media/image172.png"/><Relationship Id="rId24" Type="http://schemas.openxmlformats.org/officeDocument/2006/relationships/image" Target="../media/image192.png"/><Relationship Id="rId23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50.png"/><Relationship Id="rId25" Type="http://schemas.openxmlformats.org/officeDocument/2006/relationships/image" Target="../media/image178.png"/><Relationship Id="rId5" Type="http://schemas.openxmlformats.org/officeDocument/2006/relationships/image" Target="../media/image7.png"/><Relationship Id="rId6" Type="http://schemas.openxmlformats.org/officeDocument/2006/relationships/image" Target="../media/image155.png"/><Relationship Id="rId7" Type="http://schemas.openxmlformats.org/officeDocument/2006/relationships/image" Target="../media/image149.png"/><Relationship Id="rId8" Type="http://schemas.openxmlformats.org/officeDocument/2006/relationships/image" Target="../media/image152.png"/><Relationship Id="rId11" Type="http://schemas.openxmlformats.org/officeDocument/2006/relationships/image" Target="../media/image159.png"/><Relationship Id="rId10" Type="http://schemas.openxmlformats.org/officeDocument/2006/relationships/image" Target="../media/image160.png"/><Relationship Id="rId13" Type="http://schemas.openxmlformats.org/officeDocument/2006/relationships/image" Target="../media/image154.png"/><Relationship Id="rId12" Type="http://schemas.openxmlformats.org/officeDocument/2006/relationships/image" Target="../media/image151.png"/><Relationship Id="rId15" Type="http://schemas.openxmlformats.org/officeDocument/2006/relationships/image" Target="../media/image165.png"/><Relationship Id="rId14" Type="http://schemas.openxmlformats.org/officeDocument/2006/relationships/image" Target="../media/image196.png"/><Relationship Id="rId17" Type="http://schemas.openxmlformats.org/officeDocument/2006/relationships/image" Target="../media/image171.png"/><Relationship Id="rId16" Type="http://schemas.openxmlformats.org/officeDocument/2006/relationships/image" Target="../media/image170.png"/><Relationship Id="rId19" Type="http://schemas.openxmlformats.org/officeDocument/2006/relationships/image" Target="../media/image183.png"/><Relationship Id="rId18" Type="http://schemas.openxmlformats.org/officeDocument/2006/relationships/image" Target="../media/image18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3.png"/><Relationship Id="rId5" Type="http://schemas.openxmlformats.org/officeDocument/2006/relationships/image" Target="../media/image7.png"/><Relationship Id="rId6" Type="http://schemas.openxmlformats.org/officeDocument/2006/relationships/image" Target="../media/image179.png"/><Relationship Id="rId7" Type="http://schemas.openxmlformats.org/officeDocument/2006/relationships/image" Target="../media/image173.png"/><Relationship Id="rId8" Type="http://schemas.openxmlformats.org/officeDocument/2006/relationships/image" Target="../media/image177.png"/><Relationship Id="rId11" Type="http://schemas.openxmlformats.org/officeDocument/2006/relationships/image" Target="../media/image180.png"/><Relationship Id="rId10" Type="http://schemas.openxmlformats.org/officeDocument/2006/relationships/image" Target="../media/image189.png"/><Relationship Id="rId13" Type="http://schemas.openxmlformats.org/officeDocument/2006/relationships/image" Target="../media/image208.png"/><Relationship Id="rId12" Type="http://schemas.openxmlformats.org/officeDocument/2006/relationships/image" Target="../media/image188.png"/><Relationship Id="rId15" Type="http://schemas.openxmlformats.org/officeDocument/2006/relationships/image" Target="../media/image197.png"/><Relationship Id="rId14" Type="http://schemas.openxmlformats.org/officeDocument/2006/relationships/image" Target="../media/image191.png"/><Relationship Id="rId16" Type="http://schemas.openxmlformats.org/officeDocument/2006/relationships/image" Target="../media/image194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8.png"/><Relationship Id="rId21" Type="http://schemas.openxmlformats.org/officeDocument/2006/relationships/image" Target="../media/image2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202.png"/><Relationship Id="rId5" Type="http://schemas.openxmlformats.org/officeDocument/2006/relationships/image" Target="../media/image7.png"/><Relationship Id="rId6" Type="http://schemas.openxmlformats.org/officeDocument/2006/relationships/image" Target="../media/image205.png"/><Relationship Id="rId7" Type="http://schemas.openxmlformats.org/officeDocument/2006/relationships/image" Target="../media/image211.png"/><Relationship Id="rId8" Type="http://schemas.openxmlformats.org/officeDocument/2006/relationships/image" Target="../media/image200.png"/><Relationship Id="rId11" Type="http://schemas.openxmlformats.org/officeDocument/2006/relationships/image" Target="../media/image204.png"/><Relationship Id="rId10" Type="http://schemas.openxmlformats.org/officeDocument/2006/relationships/image" Target="../media/image201.png"/><Relationship Id="rId13" Type="http://schemas.openxmlformats.org/officeDocument/2006/relationships/image" Target="../media/image214.png"/><Relationship Id="rId12" Type="http://schemas.openxmlformats.org/officeDocument/2006/relationships/image" Target="../media/image203.png"/><Relationship Id="rId15" Type="http://schemas.openxmlformats.org/officeDocument/2006/relationships/image" Target="../media/image221.png"/><Relationship Id="rId14" Type="http://schemas.openxmlformats.org/officeDocument/2006/relationships/image" Target="../media/image224.png"/><Relationship Id="rId17" Type="http://schemas.openxmlformats.org/officeDocument/2006/relationships/image" Target="../media/image216.png"/><Relationship Id="rId16" Type="http://schemas.openxmlformats.org/officeDocument/2006/relationships/image" Target="../media/image218.png"/><Relationship Id="rId19" Type="http://schemas.openxmlformats.org/officeDocument/2006/relationships/image" Target="../media/image217.png"/><Relationship Id="rId18" Type="http://schemas.openxmlformats.org/officeDocument/2006/relationships/image" Target="../media/image2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245.png"/><Relationship Id="rId5" Type="http://schemas.openxmlformats.org/officeDocument/2006/relationships/image" Target="../media/image7.png"/><Relationship Id="rId6" Type="http://schemas.openxmlformats.org/officeDocument/2006/relationships/image" Target="../media/image235.png"/><Relationship Id="rId7" Type="http://schemas.openxmlformats.org/officeDocument/2006/relationships/image" Target="../media/image64.png"/><Relationship Id="rId8" Type="http://schemas.openxmlformats.org/officeDocument/2006/relationships/image" Target="../media/image253.png"/><Relationship Id="rId11" Type="http://schemas.openxmlformats.org/officeDocument/2006/relationships/image" Target="../media/image226.png"/><Relationship Id="rId10" Type="http://schemas.openxmlformats.org/officeDocument/2006/relationships/image" Target="../media/image223.png"/><Relationship Id="rId13" Type="http://schemas.openxmlformats.org/officeDocument/2006/relationships/image" Target="../media/image228.png"/><Relationship Id="rId12" Type="http://schemas.openxmlformats.org/officeDocument/2006/relationships/image" Target="../media/image229.png"/><Relationship Id="rId15" Type="http://schemas.openxmlformats.org/officeDocument/2006/relationships/image" Target="../media/image240.png"/><Relationship Id="rId14" Type="http://schemas.openxmlformats.org/officeDocument/2006/relationships/image" Target="../media/image237.png"/><Relationship Id="rId17" Type="http://schemas.openxmlformats.org/officeDocument/2006/relationships/image" Target="../media/image239.png"/><Relationship Id="rId16" Type="http://schemas.openxmlformats.org/officeDocument/2006/relationships/image" Target="../media/image2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249.png"/><Relationship Id="rId5" Type="http://schemas.openxmlformats.org/officeDocument/2006/relationships/image" Target="../media/image7.png"/><Relationship Id="rId6" Type="http://schemas.openxmlformats.org/officeDocument/2006/relationships/image" Target="../media/image205.png"/><Relationship Id="rId7" Type="http://schemas.openxmlformats.org/officeDocument/2006/relationships/image" Target="../media/image248.png"/><Relationship Id="rId8" Type="http://schemas.openxmlformats.org/officeDocument/2006/relationships/image" Target="../media/image256.png"/><Relationship Id="rId11" Type="http://schemas.openxmlformats.org/officeDocument/2006/relationships/image" Target="../media/image258.png"/><Relationship Id="rId10" Type="http://schemas.openxmlformats.org/officeDocument/2006/relationships/image" Target="../media/image208.png"/><Relationship Id="rId13" Type="http://schemas.openxmlformats.org/officeDocument/2006/relationships/image" Target="../media/image251.png"/><Relationship Id="rId12" Type="http://schemas.openxmlformats.org/officeDocument/2006/relationships/image" Target="../media/image25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265.png"/><Relationship Id="rId5" Type="http://schemas.openxmlformats.org/officeDocument/2006/relationships/image" Target="../media/image7.png"/><Relationship Id="rId6" Type="http://schemas.openxmlformats.org/officeDocument/2006/relationships/image" Target="../media/image264.png"/><Relationship Id="rId7" Type="http://schemas.openxmlformats.org/officeDocument/2006/relationships/image" Target="../media/image64.png"/><Relationship Id="rId8" Type="http://schemas.openxmlformats.org/officeDocument/2006/relationships/image" Target="../media/image263.png"/><Relationship Id="rId11" Type="http://schemas.openxmlformats.org/officeDocument/2006/relationships/image" Target="../media/image285.png"/><Relationship Id="rId10" Type="http://schemas.openxmlformats.org/officeDocument/2006/relationships/image" Target="../media/image266.png"/><Relationship Id="rId13" Type="http://schemas.openxmlformats.org/officeDocument/2006/relationships/image" Target="../media/image272.png"/><Relationship Id="rId12" Type="http://schemas.openxmlformats.org/officeDocument/2006/relationships/image" Target="../media/image27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277.png"/><Relationship Id="rId5" Type="http://schemas.openxmlformats.org/officeDocument/2006/relationships/image" Target="../media/image7.png"/><Relationship Id="rId6" Type="http://schemas.openxmlformats.org/officeDocument/2006/relationships/image" Target="../media/image267.png"/><Relationship Id="rId7" Type="http://schemas.openxmlformats.org/officeDocument/2006/relationships/image" Target="../media/image269.png"/><Relationship Id="rId8" Type="http://schemas.openxmlformats.org/officeDocument/2006/relationships/image" Target="../media/image290.png"/><Relationship Id="rId11" Type="http://schemas.openxmlformats.org/officeDocument/2006/relationships/image" Target="../media/image276.png"/><Relationship Id="rId10" Type="http://schemas.openxmlformats.org/officeDocument/2006/relationships/image" Target="../media/image273.png"/><Relationship Id="rId13" Type="http://schemas.openxmlformats.org/officeDocument/2006/relationships/image" Target="../media/image282.png"/><Relationship Id="rId12" Type="http://schemas.openxmlformats.org/officeDocument/2006/relationships/image" Target="../media/image275.png"/><Relationship Id="rId15" Type="http://schemas.openxmlformats.org/officeDocument/2006/relationships/image" Target="../media/image291.png"/><Relationship Id="rId14" Type="http://schemas.openxmlformats.org/officeDocument/2006/relationships/image" Target="../media/image286.png"/><Relationship Id="rId17" Type="http://schemas.openxmlformats.org/officeDocument/2006/relationships/image" Target="../media/image294.png"/><Relationship Id="rId16" Type="http://schemas.openxmlformats.org/officeDocument/2006/relationships/image" Target="../media/image297.png"/><Relationship Id="rId19" Type="http://schemas.openxmlformats.org/officeDocument/2006/relationships/image" Target="../media/image293.png"/><Relationship Id="rId18" Type="http://schemas.openxmlformats.org/officeDocument/2006/relationships/image" Target="../media/image30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98.png"/><Relationship Id="rId9" Type="http://schemas.openxmlformats.org/officeDocument/2006/relationships/image" Target="../media/image295.jpg"/><Relationship Id="rId5" Type="http://schemas.openxmlformats.org/officeDocument/2006/relationships/image" Target="../media/image301.png"/><Relationship Id="rId6" Type="http://schemas.openxmlformats.org/officeDocument/2006/relationships/image" Target="../media/image296.png"/><Relationship Id="rId7" Type="http://schemas.openxmlformats.org/officeDocument/2006/relationships/image" Target="../media/image300.png"/><Relationship Id="rId8" Type="http://schemas.openxmlformats.org/officeDocument/2006/relationships/hyperlink" Target="http://drive.google.com/file/d/1t5drK6W1Ao9XksDmu3jEzI5PMelPbqRQ/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15475" y="485775"/>
            <a:ext cx="19240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762000" y="381000"/>
            <a:ext cx="438819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 Stack: GPT-4o-mini + LangChain + ChromaDB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62000" y="2312194"/>
            <a:ext cx="10896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Quattrocento Sans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HealthLens AI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62000" y="3683794"/>
            <a:ext cx="7315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EDBFF"/>
              </a:buClr>
              <a:buSzPts val="1900"/>
              <a:buFont typeface="Quattrocento Sans"/>
              <a:buNone/>
            </a:pPr>
            <a:r>
              <a:rPr b="0" i="0" lang="en-US" sz="1900" u="none" cap="none" strike="noStrike">
                <a:solidFill>
                  <a:srgbClr val="BEDB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AI-Powered YouTube Health Video Q&amp;A Assistant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905800" y="6391275"/>
            <a:ext cx="2752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Dimitrios Gretsistas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" y="3829050"/>
            <a:ext cx="628650" cy="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571500" y="2586038"/>
            <a:ext cx="3352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71500" y="2928938"/>
            <a:ext cx="3352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4300"/>
              <a:buFont typeface="Quattrocento Sans"/>
              <a:buNone/>
            </a:pPr>
            <a:r>
              <a:rPr b="1" lang="en-US" sz="4300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Agenda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105400" y="812006"/>
            <a:ext cx="3524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Quattrocento Sans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Problem &amp; Solution Overview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572000" y="776288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105400" y="1459706"/>
            <a:ext cx="3476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Quattrocento Sans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Architecture &amp; Data Pipeline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0" y="1423988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105400" y="2107406"/>
            <a:ext cx="33813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Quattrocento Sans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Agent Tools &amp; UX (Speech)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72000" y="2071688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105400" y="2755106"/>
            <a:ext cx="25431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Quattrocento Sans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Evaluation &amp; Results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0" y="2719388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105400" y="3402806"/>
            <a:ext cx="32289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Quattrocento Sans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Observability (LangSmith)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0" y="3367088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105400" y="4050506"/>
            <a:ext cx="16573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Quattrocento Sans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 Deployment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0" y="4014788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105400" y="4698206"/>
            <a:ext cx="2667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Quattrocento Sans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 Future 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0" y="4662488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105400" y="5345906"/>
            <a:ext cx="30575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Quattrocento Sans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 Conclusion &amp; Live Demo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0" y="5310188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71500" y="6057900"/>
            <a:ext cx="24936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Dimitrios Gretsistas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1430000" y="60579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" y="1209675"/>
            <a:ext cx="781050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1600200"/>
            <a:ext cx="35623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1943100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" name="Google Shape;6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14825" y="1600200"/>
            <a:ext cx="35623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" name="Google Shape;6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57725" y="1943100"/>
            <a:ext cx="4095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" name="Google Shape;69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96250" y="1600200"/>
            <a:ext cx="35623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839450" y="1638300"/>
            <a:ext cx="78105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39150" y="1943100"/>
            <a:ext cx="4095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61975" y="5172075"/>
            <a:ext cx="11068050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2900"/>
              <a:buFont typeface="Quattrocento Sans"/>
              <a:buNone/>
            </a:pPr>
            <a:r>
              <a:rPr b="1" i="0" lang="en-US" sz="2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→ Solution → Core Features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71550" y="203835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1381125" y="1995487"/>
            <a:ext cx="9639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885825" y="2566988"/>
            <a:ext cx="2851100" cy="928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Health videos are long and hard to search; users waste time hunting for specific advice.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72025" y="2038350"/>
            <a:ext cx="1714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5165675" y="1995487"/>
            <a:ext cx="932498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670375" y="2566988"/>
            <a:ext cx="2851249" cy="123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Ask natural-language questions directly about YouTube health videos and get grounded answers.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" name="Google Shape;80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524875" y="2038350"/>
            <a:ext cx="2476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8950375" y="1995487"/>
            <a:ext cx="1603058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Features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439150" y="2609850"/>
            <a:ext cx="1428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8645575" y="2566988"/>
            <a:ext cx="1771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Timestamped answers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439150" y="2990850"/>
            <a:ext cx="1428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8645575" y="2947988"/>
            <a:ext cx="1409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Multi-video library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439150" y="3371850"/>
            <a:ext cx="1428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8645575" y="3328988"/>
            <a:ext cx="2409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Memory support for follow-ups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439150" y="3752850"/>
            <a:ext cx="1428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/>
          <p:nvPr/>
        </p:nvSpPr>
        <p:spPr>
          <a:xfrm>
            <a:off x="8645575" y="3709988"/>
            <a:ext cx="1590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AI-powered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439150" y="4133850"/>
            <a:ext cx="1428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8645575" y="4090987"/>
            <a:ext cx="1562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Speech input/output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439150" y="4514850"/>
            <a:ext cx="1428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8645575" y="4471988"/>
            <a:ext cx="1724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Multilingual responses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28675" y="5400675"/>
            <a:ext cx="3238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1371600" y="5434013"/>
            <a:ext cx="975455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1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"Instead of watching a 2-hour podcast to find one answer, users can directly ask the AI."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1430000" y="6300788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" y="1209675"/>
            <a:ext cx="781050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1600200"/>
            <a:ext cx="111252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009775"/>
            <a:ext cx="154305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33725" y="2009775"/>
            <a:ext cx="155257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" name="Google Shape;10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24475" y="2009775"/>
            <a:ext cx="154305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05700" y="2009775"/>
            <a:ext cx="155257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96450" y="2009775"/>
            <a:ext cx="154305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4000500"/>
            <a:ext cx="642937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0100" y="4267200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81850" y="4000500"/>
            <a:ext cx="44767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48550" y="4267200"/>
            <a:ext cx="409575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2900"/>
              <a:buFont typeface="Quattrocento Sans"/>
              <a:buNone/>
            </a:pPr>
            <a:r>
              <a:rPr b="1" i="0" lang="en-US" sz="2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System Architecture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552575" y="2381250"/>
            <a:ext cx="3429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1238250" y="2797969"/>
            <a:ext cx="971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Frontend (UI)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705100" y="2562225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0" name="Google Shape;120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752850" y="2286000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3309938" y="2702719"/>
            <a:ext cx="1200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FastAPI 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886325" y="2562225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3" name="Google Shape;123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905500" y="2171700"/>
            <a:ext cx="381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5495925" y="2550319"/>
            <a:ext cx="1200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LangChain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829300" y="3007519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(routing)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77075" y="2562225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143875" y="2171700"/>
            <a:ext cx="2762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7881937" y="2550319"/>
            <a:ext cx="80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ChromaDB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681912" y="2817019"/>
            <a:ext cx="1200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(embeddings store)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258300" y="2562225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315575" y="2266950"/>
            <a:ext cx="3048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9996488" y="2645569"/>
            <a:ext cx="942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GPT-4o-mini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9872663" y="2912269"/>
            <a:ext cx="1190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(grounded answer)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14400" y="4362450"/>
            <a:ext cx="1714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1304925" y="4321969"/>
            <a:ext cx="280797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Transcript Sources/Tools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76300" y="485775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1152525" y="4817269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Primary:</a:t>
            </a: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Supadata transcript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76300" y="527685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1152525" y="5236369"/>
            <a:ext cx="2419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Fallback:</a:t>
            </a: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Whisper transcription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543800" y="4362450"/>
            <a:ext cx="2190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7960965" y="4321969"/>
            <a:ext cx="806768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Output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846665" y="5043488"/>
            <a:ext cx="2828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Answer + supporting timestamps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524750" y="5048250"/>
            <a:ext cx="2190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11420475" y="6057900"/>
            <a:ext cx="2200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3" name="Google Shape;15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" y="1209675"/>
            <a:ext cx="781050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4" name="Google Shape;15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1533525"/>
            <a:ext cx="1112520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5" name="Google Shape;15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" y="1800225"/>
            <a:ext cx="320992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6" name="Google Shape;15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8225" y="2038350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7" name="Google Shape;15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86275" y="1800225"/>
            <a:ext cx="3219450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24400" y="2038350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81975" y="1800225"/>
            <a:ext cx="320992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20100" y="2038350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3400" y="4238625"/>
            <a:ext cx="44958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200650" y="4267200"/>
            <a:ext cx="6429375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438775" y="4733925"/>
            <a:ext cx="61912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2900"/>
              <a:buFont typeface="Quattrocento Sans"/>
              <a:buNone/>
            </a:pPr>
            <a:r>
              <a:rPr b="1" i="0" lang="en-US" sz="2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Sources, Chunking, and Metadata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466850" y="2083594"/>
            <a:ext cx="127825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33475" y="2124075"/>
            <a:ext cx="1333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38225" y="2533650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1209675" y="2512219"/>
            <a:ext cx="1400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YouTube transcripts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38225" y="2876550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1266825" y="2855119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Supadata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38225" y="3219450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1209675" y="3198019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Whisper fallback transcription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133850" y="2676525"/>
            <a:ext cx="228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/>
          <p:nvPr/>
        </p:nvSpPr>
        <p:spPr>
          <a:xfrm>
            <a:off x="5159276" y="2083594"/>
            <a:ext cx="1351598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Preprocessing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810125" y="2124075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6" name="Google Shape;176;p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24400" y="2533650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4949726" y="2512219"/>
            <a:ext cx="1352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Transcript cleaning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724400" y="2876550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/>
          <p:nvPr/>
        </p:nvSpPr>
        <p:spPr>
          <a:xfrm>
            <a:off x="4949726" y="2855119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Semantic chunking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724400" y="3219450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4921151" y="3198019"/>
            <a:ext cx="123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Duplicate filtering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829550" y="2676525"/>
            <a:ext cx="228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8851850" y="2083594"/>
            <a:ext cx="9010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Chunking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505825" y="2124075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5" name="Google Shape;185;p7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8829675" y="2628900"/>
            <a:ext cx="192405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9058721" y="2819400"/>
            <a:ext cx="1459557" cy="452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AF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RecursiveCharacter</a:t>
            </a:r>
            <a:br>
              <a:rPr b="1" i="0" lang="en-US" sz="900" u="none" cap="none" strike="noStrike">
                <a:solidFill>
                  <a:srgbClr val="475AF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900" u="none" cap="none" strike="noStrike">
                <a:solidFill>
                  <a:srgbClr val="475AF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TextSplitter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076325" y="4664869"/>
            <a:ext cx="1644968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Stored Metadata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7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00100" y="46767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9" name="Google Shape;189;p7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00100" y="5057775"/>
            <a:ext cx="10668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/>
        </p:nvSpPr>
        <p:spPr>
          <a:xfrm>
            <a:off x="1157288" y="5150644"/>
            <a:ext cx="743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highlight>
                  <a:srgbClr val="F3F5F7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video_id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p7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962025" y="5172075"/>
            <a:ext cx="1333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7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1962150" y="5057775"/>
            <a:ext cx="1304925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/>
          <p:nvPr/>
        </p:nvSpPr>
        <p:spPr>
          <a:xfrm>
            <a:off x="2302713" y="5150569"/>
            <a:ext cx="981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highlight>
                  <a:srgbClr val="F3F5F7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timestamps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7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2124075" y="5172075"/>
            <a:ext cx="15240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7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3362325" y="5057775"/>
            <a:ext cx="1190625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/>
          <p:nvPr/>
        </p:nvSpPr>
        <p:spPr>
          <a:xfrm>
            <a:off x="3719538" y="5148182"/>
            <a:ext cx="8667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highlight>
                  <a:srgbClr val="F3F5F7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video_title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7" name="Google Shape;197;p7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3524250" y="5172075"/>
            <a:ext cx="1333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7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5648325" y="4914900"/>
            <a:ext cx="2000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/>
          <p:nvPr/>
        </p:nvSpPr>
        <p:spPr>
          <a:xfrm>
            <a:off x="6244530" y="4669631"/>
            <a:ext cx="56621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Metadata Matters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244530" y="4898231"/>
            <a:ext cx="514737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Metadata enables reliable timestamp generation in answers.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1430000" y="60579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7" name="Google Shape;2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" y="1209675"/>
            <a:ext cx="781050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1524000"/>
            <a:ext cx="68484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1866900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3" name="Google Shape;21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2552700"/>
            <a:ext cx="1400175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4" name="Google Shape;214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57450" y="2552700"/>
            <a:ext cx="1409700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5" name="Google Shape;215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38600" y="2552700"/>
            <a:ext cx="1409700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6" name="Google Shape;216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29275" y="2552700"/>
            <a:ext cx="1409700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7" name="Google Shape;21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4000500"/>
            <a:ext cx="1400175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8" name="Google Shape;218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00350" y="4000500"/>
            <a:ext cx="1400175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9" name="Google Shape;219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95825" y="3971925"/>
            <a:ext cx="14573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0" name="Google Shape;220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53325" y="1552575"/>
            <a:ext cx="4076700" cy="421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867650" y="1828800"/>
            <a:ext cx="46672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2900"/>
              <a:buFont typeface="Quattrocento Sans"/>
              <a:buNone/>
            </a:pPr>
            <a:r>
              <a:rPr b="1" i="0" lang="en-US" sz="2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Retrieval-Augmented Generation (RAG) Pipeline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52500" y="1962150"/>
            <a:ext cx="2476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1381125" y="1919288"/>
            <a:ext cx="1351598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7-Step Flow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2057400" y="2424113"/>
            <a:ext cx="3038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Quattrocento Sans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" name="Google Shape;226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38225" y="2714625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/>
          <p:nvPr/>
        </p:nvSpPr>
        <p:spPr>
          <a:xfrm>
            <a:off x="1047750" y="272891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Quattrocento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highlight>
                  <a:srgbClr val="475AFE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047750" y="3214688"/>
            <a:ext cx="10572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Retrieve transcript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9" name="Google Shape;229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295525" y="3028950"/>
            <a:ext cx="152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3518297" y="2424113"/>
            <a:ext cx="4400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Quattrocento Sans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619375" y="2714625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/>
          <p:nvPr/>
        </p:nvSpPr>
        <p:spPr>
          <a:xfrm>
            <a:off x="2632472" y="272891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Quattrocento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highlight>
                  <a:srgbClr val="475AFE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2632472" y="3214688"/>
            <a:ext cx="10572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Chunk transcript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4" name="Google Shape;234;p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876675" y="3028950"/>
            <a:ext cx="152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8"/>
          <p:cNvSpPr/>
          <p:nvPr/>
        </p:nvSpPr>
        <p:spPr>
          <a:xfrm>
            <a:off x="5103168" y="2424113"/>
            <a:ext cx="4400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Quattrocento Sans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6" name="Google Shape;236;p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200525" y="2714625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/>
          <p:nvPr/>
        </p:nvSpPr>
        <p:spPr>
          <a:xfrm>
            <a:off x="4217343" y="272891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Quattrocento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highlight>
                  <a:srgbClr val="475AFE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217343" y="3214688"/>
            <a:ext cx="10572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embeddings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9" name="Google Shape;239;p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457825" y="3028950"/>
            <a:ext cx="152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"/>
          <p:cNvSpPr/>
          <p:nvPr/>
        </p:nvSpPr>
        <p:spPr>
          <a:xfrm>
            <a:off x="6659314" y="2424113"/>
            <a:ext cx="4714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Quattrocento Sans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791200" y="2714625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8"/>
          <p:cNvSpPr/>
          <p:nvPr/>
        </p:nvSpPr>
        <p:spPr>
          <a:xfrm>
            <a:off x="5802064" y="272891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Quattrocento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highlight>
                  <a:srgbClr val="475AFE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802064" y="3214688"/>
            <a:ext cx="10572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Store in ChromaDB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943100" y="3871913"/>
            <a:ext cx="4295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Quattrocento Sans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38225" y="4162425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/>
          <p:nvPr/>
        </p:nvSpPr>
        <p:spPr>
          <a:xfrm>
            <a:off x="1047750" y="417671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Quattrocento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highlight>
                  <a:srgbClr val="475AFE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1047750" y="4662488"/>
            <a:ext cx="10572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Retrieve relevant chunks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466975" y="4476750"/>
            <a:ext cx="1428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/>
          <p:nvPr/>
        </p:nvSpPr>
        <p:spPr>
          <a:xfrm>
            <a:off x="3857625" y="3871913"/>
            <a:ext cx="4400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Quattrocento Sans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962275" y="4162425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8"/>
          <p:cNvSpPr/>
          <p:nvPr/>
        </p:nvSpPr>
        <p:spPr>
          <a:xfrm>
            <a:off x="2971800" y="417671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Quattrocento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highlight>
                  <a:srgbClr val="475AFE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2971800" y="4662488"/>
            <a:ext cx="10572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Send context to GPT-4o-mini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p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391025" y="4476750"/>
            <a:ext cx="1428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5819775" y="3871913"/>
            <a:ext cx="39814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Quattrocento Sans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886325" y="4162425"/>
            <a:ext cx="2476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/>
          <p:nvPr/>
        </p:nvSpPr>
        <p:spPr>
          <a:xfrm>
            <a:off x="4895850" y="4176712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Quattrocento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highlight>
                  <a:srgbClr val="475AFE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895850" y="4329113"/>
            <a:ext cx="1057275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Generate grounded answer with timestamps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p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991475" y="1952625"/>
            <a:ext cx="2190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8"/>
          <p:cNvSpPr/>
          <p:nvPr/>
        </p:nvSpPr>
        <p:spPr>
          <a:xfrm>
            <a:off x="8402389" y="1909762"/>
            <a:ext cx="12049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Guardrails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896225" y="2581275"/>
            <a:ext cx="2000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1" name="Google Shape;261;p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153400" y="2514600"/>
            <a:ext cx="2657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8"/>
          <p:cNvSpPr/>
          <p:nvPr/>
        </p:nvSpPr>
        <p:spPr>
          <a:xfrm>
            <a:off x="8269039" y="2595563"/>
            <a:ext cx="2419796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AF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similarity_search_with_score()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3" name="Google Shape;263;p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896225" y="3095625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8"/>
          <p:cNvSpPr/>
          <p:nvPr/>
        </p:nvSpPr>
        <p:spPr>
          <a:xfrm>
            <a:off x="8192839" y="3071813"/>
            <a:ext cx="1981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Similarity threshold filtering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5" name="Google Shape;265;p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896225" y="3495675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8"/>
          <p:cNvSpPr/>
          <p:nvPr/>
        </p:nvSpPr>
        <p:spPr>
          <a:xfrm>
            <a:off x="8192839" y="3471863"/>
            <a:ext cx="1771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Duplicate chunk filtering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7" name="Google Shape;267;p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896225" y="3895725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8"/>
          <p:cNvSpPr/>
          <p:nvPr/>
        </p:nvSpPr>
        <p:spPr>
          <a:xfrm>
            <a:off x="8192839" y="3871913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Timestamp source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9" name="Google Shape;269;p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896225" y="4295775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8"/>
          <p:cNvSpPr/>
          <p:nvPr/>
        </p:nvSpPr>
        <p:spPr>
          <a:xfrm>
            <a:off x="8192839" y="4271963"/>
            <a:ext cx="24098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Hallucination-protection prompts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11430000" y="60579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7" name="Google Shape;2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8" name="Google Shape;2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9" name="Google Shape;27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0" name="Google Shape;28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" y="1209675"/>
            <a:ext cx="781050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1" name="Google Shape;28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975" y="289560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2" name="Google Shape;28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975" y="339090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3" name="Google Shape;28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975" y="388620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4" name="Google Shape;28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975" y="438150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" name="Google Shape;28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975" y="487680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6" name="Google Shape;28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1714500"/>
            <a:ext cx="537210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7" name="Google Shape;28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91850" y="1752600"/>
            <a:ext cx="628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8" name="Google Shape;288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2057400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9" name="Google Shape;28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800475"/>
            <a:ext cx="537210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0" name="Google Shape;29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91850" y="3838575"/>
            <a:ext cx="628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1" name="Google Shape;291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29400" y="4143375"/>
            <a:ext cx="40005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9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2900"/>
              <a:buFont typeface="Quattrocento Sans"/>
              <a:buNone/>
            </a:pPr>
            <a:r>
              <a:rPr b="1" i="0" lang="en-US" sz="2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LangChain Agent: Routing, Memory, Language Matching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571500" y="2302669"/>
            <a:ext cx="58254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Agent System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838200" y="2836069"/>
            <a:ext cx="1247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Router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838200" y="3331369"/>
            <a:ext cx="1885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Multi-tool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838200" y="3826669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PromptTemplates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838200" y="4321969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Conversation memory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838200" y="4817269"/>
            <a:ext cx="1695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Language matching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9" name="Google Shape;299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24650" y="215265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9"/>
          <p:cNvSpPr/>
          <p:nvPr/>
        </p:nvSpPr>
        <p:spPr>
          <a:xfrm>
            <a:off x="7134225" y="2112169"/>
            <a:ext cx="942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Memory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6638925" y="2607469"/>
            <a:ext cx="4667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Stores recent conversation history to support follow-up questions.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2" name="Google Shape;302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96075" y="4238625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9"/>
          <p:cNvSpPr/>
          <p:nvPr/>
        </p:nvSpPr>
        <p:spPr>
          <a:xfrm>
            <a:off x="7134225" y="4198144"/>
            <a:ext cx="2105978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Language Support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6638925" y="4693444"/>
            <a:ext cx="4667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the user asks in another language, the AI answers in the same language automatically.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11449050" y="6057900"/>
            <a:ext cx="1885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1" name="Google Shape;3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2" name="Google Shape;3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3" name="Google Shape;31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4" name="Google Shape;31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" y="1209675"/>
            <a:ext cx="781050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5" name="Google Shape;31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1943100"/>
            <a:ext cx="40767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6" name="Google Shape;31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43350" y="1981200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7" name="Google Shape;31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57425" y="2286000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8" name="Google Shape;318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1975" y="4010025"/>
            <a:ext cx="401955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9" name="Google Shape;319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00700" y="2371725"/>
            <a:ext cx="29908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0" name="Google Shape;320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91200" y="256222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1" name="Google Shape;321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67750" y="2371725"/>
            <a:ext cx="29908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2" name="Google Shape;322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58250" y="256222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3" name="Google Shape;323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600700" y="3152775"/>
            <a:ext cx="29908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4" name="Google Shape;324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791200" y="3343275"/>
            <a:ext cx="3048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5" name="Google Shape;325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667750" y="3152775"/>
            <a:ext cx="29908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6" name="Google Shape;326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58250" y="334327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7" name="Google Shape;327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600700" y="3933825"/>
            <a:ext cx="29908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8" name="Google Shape;328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91200" y="412432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9" name="Google Shape;329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667750" y="3933825"/>
            <a:ext cx="29908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0" name="Google Shape;330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58250" y="412432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1" name="Google Shape;331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600700" y="4714875"/>
            <a:ext cx="60579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2" name="Google Shape;332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91200" y="4905375"/>
            <a:ext cx="3238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2900"/>
              <a:buFont typeface="Quattrocento Sans"/>
              <a:buNone/>
            </a:pPr>
            <a:r>
              <a:rPr b="1" i="0" lang="en-US" sz="2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Implemented Tooling (Router-Selected)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p1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19350" y="24479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0"/>
          <p:cNvSpPr/>
          <p:nvPr/>
        </p:nvSpPr>
        <p:spPr>
          <a:xfrm>
            <a:off x="1719263" y="3057525"/>
            <a:ext cx="18754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Router Agent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838200" y="4248150"/>
            <a:ext cx="3505200" cy="928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it works: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The router chooses the best tool automatically to improve flexibility and scalability.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p1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867275" y="3448050"/>
            <a:ext cx="47625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0"/>
          <p:cNvSpPr/>
          <p:nvPr/>
        </p:nvSpPr>
        <p:spPr>
          <a:xfrm>
            <a:off x="5715000" y="1997869"/>
            <a:ext cx="641223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Selected Tool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1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857875" y="2638425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0"/>
          <p:cNvSpPr/>
          <p:nvPr/>
        </p:nvSpPr>
        <p:spPr>
          <a:xfrm>
            <a:off x="6257925" y="2597944"/>
            <a:ext cx="823168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Arial"/>
                <a:ea typeface="Arial"/>
                <a:cs typeface="Arial"/>
                <a:sym typeface="Arial"/>
              </a:rPr>
              <a:t>video_qa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1" name="Google Shape;341;p1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953500" y="2638425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/>
          <p:nvPr/>
        </p:nvSpPr>
        <p:spPr>
          <a:xfrm>
            <a:off x="9324975" y="2597944"/>
            <a:ext cx="720328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3" name="Google Shape;343;p1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848350" y="3419475"/>
            <a:ext cx="1809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0"/>
          <p:cNvSpPr/>
          <p:nvPr/>
        </p:nvSpPr>
        <p:spPr>
          <a:xfrm>
            <a:off x="6230838" y="3378994"/>
            <a:ext cx="21606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Arial"/>
                <a:ea typeface="Arial"/>
                <a:cs typeface="Arial"/>
                <a:sym typeface="Arial"/>
              </a:rPr>
              <a:t>ingredient_extraction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5" name="Google Shape;345;p1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953500" y="3419475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0"/>
          <p:cNvSpPr/>
          <p:nvPr/>
        </p:nvSpPr>
        <p:spPr>
          <a:xfrm>
            <a:off x="9324975" y="3378994"/>
            <a:ext cx="16461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Arial"/>
                <a:ea typeface="Arial"/>
                <a:cs typeface="Arial"/>
                <a:sym typeface="Arial"/>
              </a:rPr>
              <a:t>macro_calculator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7" name="Google Shape;347;p10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867400" y="420052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0"/>
          <p:cNvSpPr/>
          <p:nvPr/>
        </p:nvSpPr>
        <p:spPr>
          <a:xfrm>
            <a:off x="6257925" y="4160044"/>
            <a:ext cx="13376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Arial"/>
                <a:ea typeface="Arial"/>
                <a:cs typeface="Arial"/>
                <a:sym typeface="Arial"/>
              </a:rPr>
              <a:t>health_safety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9" name="Google Shape;349;p10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943975" y="420052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0"/>
          <p:cNvSpPr/>
          <p:nvPr/>
        </p:nvSpPr>
        <p:spPr>
          <a:xfrm>
            <a:off x="9324975" y="4160044"/>
            <a:ext cx="1543348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Arial"/>
                <a:ea typeface="Arial"/>
                <a:cs typeface="Arial"/>
                <a:sym typeface="Arial"/>
              </a:rPr>
              <a:t>meal_suggestion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1" name="Google Shape;351;p10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857875" y="4981575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"/>
          <p:cNvSpPr/>
          <p:nvPr/>
        </p:nvSpPr>
        <p:spPr>
          <a:xfrm>
            <a:off x="6257925" y="4941094"/>
            <a:ext cx="13376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Arial"/>
                <a:ea typeface="Arial"/>
                <a:cs typeface="Arial"/>
                <a:sym typeface="Arial"/>
              </a:rPr>
              <a:t>shopping_list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11430000" y="60579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9" name="Google Shape;3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0" name="Google Shape;36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1" name="Google Shape;36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2" name="Google Shape;36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" y="1209675"/>
            <a:ext cx="781050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3" name="Google Shape;36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1571625"/>
            <a:ext cx="54483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4" name="Google Shape;36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80022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5" name="Google Shape;36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4181475"/>
            <a:ext cx="54483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6" name="Google Shape;366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441007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7" name="Google Shape;367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43775" y="2190750"/>
            <a:ext cx="31813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8" name="Google Shape;368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81875" y="2228850"/>
            <a:ext cx="310515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1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2900"/>
              <a:buFont typeface="Quattrocento Sans"/>
              <a:buNone/>
            </a:pPr>
            <a:r>
              <a:rPr b="1" i="0" lang="en-US" sz="2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Speech Input/Output for Accessibility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0" name="Google Shape;370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7725" y="1866900"/>
            <a:ext cx="1524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1"/>
          <p:cNvSpPr/>
          <p:nvPr/>
        </p:nvSpPr>
        <p:spPr>
          <a:xfrm>
            <a:off x="1152525" y="1835944"/>
            <a:ext cx="15925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Speech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2" name="Google Shape;372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8200" y="231457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1"/>
          <p:cNvSpPr/>
          <p:nvPr/>
        </p:nvSpPr>
        <p:spPr>
          <a:xfrm>
            <a:off x="1057275" y="2274094"/>
            <a:ext cx="2771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Speech-to-text (user asks by voice)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4" name="Google Shape;374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8200" y="273367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1"/>
          <p:cNvSpPr/>
          <p:nvPr/>
        </p:nvSpPr>
        <p:spPr>
          <a:xfrm>
            <a:off x="1057275" y="2693194"/>
            <a:ext cx="2686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Text-to-speech (AI reads answers)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6" name="Google Shape;376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8200" y="315277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1"/>
          <p:cNvSpPr/>
          <p:nvPr/>
        </p:nvSpPr>
        <p:spPr>
          <a:xfrm>
            <a:off x="1057275" y="3112294"/>
            <a:ext cx="2028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Browser speech synthesis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8" name="Google Shape;378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8200" y="357187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1"/>
          <p:cNvSpPr/>
          <p:nvPr/>
        </p:nvSpPr>
        <p:spPr>
          <a:xfrm>
            <a:off x="1057275" y="3531394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Stop-reading functionality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0" name="Google Shape;380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28675" y="44767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1"/>
          <p:cNvSpPr/>
          <p:nvPr/>
        </p:nvSpPr>
        <p:spPr>
          <a:xfrm>
            <a:off x="1152525" y="4445794"/>
            <a:ext cx="14039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it matters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2" name="Google Shape;382;p1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8200" y="492442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1"/>
          <p:cNvSpPr/>
          <p:nvPr/>
        </p:nvSpPr>
        <p:spPr>
          <a:xfrm>
            <a:off x="1057275" y="4883944"/>
            <a:ext cx="1952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Better usability on mobile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4" name="Google Shape;384;p1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8200" y="534352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1"/>
          <p:cNvSpPr/>
          <p:nvPr/>
        </p:nvSpPr>
        <p:spPr>
          <a:xfrm>
            <a:off x="1057275" y="5303044"/>
            <a:ext cx="1609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Accessibility support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6" name="Google Shape;386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686675" y="2533650"/>
            <a:ext cx="249555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1"/>
          <p:cNvSpPr/>
          <p:nvPr/>
        </p:nvSpPr>
        <p:spPr>
          <a:xfrm>
            <a:off x="11430000" y="60579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3" name="Google Shape;3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4" name="Google Shape;39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5" name="Google Shape;39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" y="1209675"/>
            <a:ext cx="781050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6" name="Google Shape;39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975" y="162877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7" name="Google Shape;397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1975" y="2743200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8" name="Google Shape;398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1975" y="4552950"/>
            <a:ext cx="4838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9" name="Google Shape;399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00725" y="2133600"/>
            <a:ext cx="28575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0" name="Google Shape;400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15150" y="2476500"/>
            <a:ext cx="6381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1" name="Google Shape;401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01100" y="2133600"/>
            <a:ext cx="28575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2" name="Google Shape;402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915525" y="2476500"/>
            <a:ext cx="6381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3" name="Google Shape;403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00725" y="4057650"/>
            <a:ext cx="28575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4" name="Google Shape;404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15150" y="4400550"/>
            <a:ext cx="6381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5" name="Google Shape;405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01100" y="4057650"/>
            <a:ext cx="28575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6" name="Google Shape;406;p1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15525" y="4400550"/>
            <a:ext cx="6381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2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2900"/>
              <a:buFont typeface="Quattrocento Sans"/>
              <a:buNone/>
            </a:pPr>
            <a:r>
              <a:rPr b="1" i="0" lang="en-US" sz="2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Setup (LLM-as-a-Judge)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8" name="Google Shape;408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7700" y="1714500"/>
            <a:ext cx="15240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2"/>
          <p:cNvSpPr/>
          <p:nvPr/>
        </p:nvSpPr>
        <p:spPr>
          <a:xfrm>
            <a:off x="990600" y="1643063"/>
            <a:ext cx="213741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Method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990600" y="2062163"/>
            <a:ext cx="4395341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GPT-4o-mini used as LLM-as-a-judge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1" name="Google Shape;411;p1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47700" y="282892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2"/>
          <p:cNvSpPr/>
          <p:nvPr/>
        </p:nvSpPr>
        <p:spPr>
          <a:xfrm>
            <a:off x="990600" y="2752725"/>
            <a:ext cx="1225868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Tools Used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3" name="Google Shape;413;p1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81075" y="321945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2"/>
          <p:cNvSpPr/>
          <p:nvPr/>
        </p:nvSpPr>
        <p:spPr>
          <a:xfrm>
            <a:off x="1238250" y="3171825"/>
            <a:ext cx="1543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LangSmith tracing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5" name="Google Shape;415;p1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81075" y="360045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2"/>
          <p:cNvSpPr/>
          <p:nvPr/>
        </p:nvSpPr>
        <p:spPr>
          <a:xfrm>
            <a:off x="1238250" y="3552825"/>
            <a:ext cx="2352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Terminal evaluation pipeline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7" name="Google Shape;417;p1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28675" y="481965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2"/>
          <p:cNvSpPr/>
          <p:nvPr/>
        </p:nvSpPr>
        <p:spPr>
          <a:xfrm>
            <a:off x="1219200" y="4791075"/>
            <a:ext cx="4331955" cy="928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Grounding Note:</a:t>
            </a:r>
            <a:br>
              <a:rPr b="1" i="0" lang="en-US" sz="14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4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Evaluations were grounded on retrieved sources.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5843141" y="1643063"/>
            <a:ext cx="848678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Metrics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0" name="Google Shape;420;p1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077075" y="2667000"/>
            <a:ext cx="314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2"/>
          <p:cNvSpPr/>
          <p:nvPr/>
        </p:nvSpPr>
        <p:spPr>
          <a:xfrm>
            <a:off x="6606332" y="3252788"/>
            <a:ext cx="137255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Correctness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2" name="Google Shape;422;p1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106025" y="2667000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2"/>
          <p:cNvSpPr/>
          <p:nvPr/>
        </p:nvSpPr>
        <p:spPr>
          <a:xfrm>
            <a:off x="9290298" y="3252788"/>
            <a:ext cx="20745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Answer Relevance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4" name="Google Shape;424;p1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086600" y="4591050"/>
            <a:ext cx="2857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2"/>
          <p:cNvSpPr/>
          <p:nvPr/>
        </p:nvSpPr>
        <p:spPr>
          <a:xfrm>
            <a:off x="6453932" y="5176838"/>
            <a:ext cx="17078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Bias &amp; Fairness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6" name="Google Shape;426;p1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0106025" y="4591050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2"/>
          <p:cNvSpPr/>
          <p:nvPr/>
        </p:nvSpPr>
        <p:spPr>
          <a:xfrm>
            <a:off x="9552236" y="5176838"/>
            <a:ext cx="14982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Hallucination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11468100" y="6262688"/>
            <a:ext cx="167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4" name="Google Shape;4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5" name="Google Shape;4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6" name="Google Shape;43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7" name="Google Shape;43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" y="1209675"/>
            <a:ext cx="781050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8" name="Google Shape;43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1533525"/>
            <a:ext cx="535305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9" name="Google Shape;43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1866900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0" name="Google Shape;44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2552700"/>
            <a:ext cx="952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1" name="Google Shape;44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2943225"/>
            <a:ext cx="952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2" name="Google Shape;44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96025" y="1533525"/>
            <a:ext cx="535305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3" name="Google Shape;443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29400" y="1866900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4" name="Google Shape;444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29400" y="2552700"/>
            <a:ext cx="952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5" name="Google Shape;445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29400" y="2943225"/>
            <a:ext cx="952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6" name="Google Shape;446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61975" y="4829175"/>
            <a:ext cx="110680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7" name="Google Shape;447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61975" y="6276975"/>
            <a:ext cx="110680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3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2900"/>
              <a:buFont typeface="Quattrocento Sans"/>
              <a:buNone/>
            </a:pPr>
            <a:r>
              <a:rPr b="1" i="0" lang="en-US" sz="2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 and Key Weaknesses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9" name="Google Shape;449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71550" y="196215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3"/>
          <p:cNvSpPr/>
          <p:nvPr/>
        </p:nvSpPr>
        <p:spPr>
          <a:xfrm>
            <a:off x="1381125" y="1919288"/>
            <a:ext cx="2022158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Single-Video RAG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1076325" y="2490788"/>
            <a:ext cx="318135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 answers scored 5/5 across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1076325" y="2878931"/>
            <a:ext cx="2105025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Strong hallucination safety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3" name="Google Shape;453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724650" y="196215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3"/>
          <p:cNvSpPr/>
          <p:nvPr/>
        </p:nvSpPr>
        <p:spPr>
          <a:xfrm>
            <a:off x="7134225" y="1919288"/>
            <a:ext cx="15087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Library Mode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6829425" y="2490788"/>
            <a:ext cx="2600325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Works well for specific questions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6829425" y="2878931"/>
            <a:ext cx="29718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Harder for broad cross-video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800100" y="5033963"/>
            <a:ext cx="10629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 Weakness:</a:t>
            </a:r>
            <a:r>
              <a:rPr b="1" i="0" lang="en-US" sz="14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Chronological reasoning—semantic retrieval struggles with "what came first" questions.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3076575" y="5719763"/>
            <a:ext cx="6038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1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"Semantic retrieval does not always understand temporal ordering."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11487150" y="6462713"/>
            <a:ext cx="14668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5" name="Google Shape;4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6" name="Google Shape;4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7" name="Google Shape;46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8" name="Google Shape;46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" y="1209675"/>
            <a:ext cx="781050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9" name="Google Shape;46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975" y="162877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0" name="Google Shape;47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1975" y="4743450"/>
            <a:ext cx="4838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1" name="Google Shape;47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90200" y="2543175"/>
            <a:ext cx="66675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4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2900"/>
              <a:buFont typeface="Quattrocento Sans"/>
              <a:buNone/>
            </a:pPr>
            <a:r>
              <a:rPr b="1" i="0" lang="en-US" sz="2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LangSmith Traces</a:t>
            </a:r>
            <a:r>
              <a:rPr b="1" i="0" lang="en-US" sz="2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(What We Inspected)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3" name="Google Shape;47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700" y="1714500"/>
            <a:ext cx="15240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4"/>
          <p:cNvSpPr/>
          <p:nvPr/>
        </p:nvSpPr>
        <p:spPr>
          <a:xfrm>
            <a:off x="990600" y="1643063"/>
            <a:ext cx="1980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Trace View Focus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5" name="Google Shape;47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1075" y="221932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4"/>
          <p:cNvSpPr/>
          <p:nvPr/>
        </p:nvSpPr>
        <p:spPr>
          <a:xfrm>
            <a:off x="1238250" y="2176463"/>
            <a:ext cx="1181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questi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7" name="Google Shape;47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48025" y="2219325"/>
            <a:ext cx="1619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4"/>
          <p:cNvSpPr/>
          <p:nvPr/>
        </p:nvSpPr>
        <p:spPr>
          <a:xfrm>
            <a:off x="3512046" y="2176463"/>
            <a:ext cx="1247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 e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xe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9" name="Google Shape;479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1075" y="267652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4"/>
          <p:cNvSpPr/>
          <p:nvPr/>
        </p:nvSpPr>
        <p:spPr>
          <a:xfrm>
            <a:off x="1238250" y="2633663"/>
            <a:ext cx="1476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Retrie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 chunks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1" name="Google Shape;481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48025" y="2676525"/>
            <a:ext cx="1619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4"/>
          <p:cNvSpPr/>
          <p:nvPr/>
        </p:nvSpPr>
        <p:spPr>
          <a:xfrm>
            <a:off x="3512046" y="2633663"/>
            <a:ext cx="1095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Token usage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3" name="Google Shape;483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1075" y="313372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4"/>
          <p:cNvSpPr/>
          <p:nvPr/>
        </p:nvSpPr>
        <p:spPr>
          <a:xfrm>
            <a:off x="1238250" y="3090863"/>
            <a:ext cx="62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5" name="Google Shape;485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48025" y="3133725"/>
            <a:ext cx="1619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4"/>
          <p:cNvSpPr/>
          <p:nvPr/>
        </p:nvSpPr>
        <p:spPr>
          <a:xfrm>
            <a:off x="3512046" y="3090863"/>
            <a:ext cx="685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Latency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7" name="Google Shape;48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1075" y="359092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4"/>
          <p:cNvSpPr/>
          <p:nvPr/>
        </p:nvSpPr>
        <p:spPr>
          <a:xfrm>
            <a:off x="1238250" y="3548063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 answer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9" name="Google Shape;489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8675" y="5010150"/>
            <a:ext cx="1905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4"/>
          <p:cNvSpPr/>
          <p:nvPr/>
        </p:nvSpPr>
        <p:spPr>
          <a:xfrm>
            <a:off x="1162050" y="4981575"/>
            <a:ext cx="4394820" cy="928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it helped:</a:t>
            </a:r>
            <a:br>
              <a:rPr b="1" i="0" lang="en-US" sz="14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4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LangSmith made it easier to debug and evaluate the agent end-to-end.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571500" y="6453188"/>
            <a:ext cx="24936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Dimitrios Gretsistas | DUBAI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11487150" y="6453188"/>
            <a:ext cx="14668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3" name="Google Shape;493;p14" title="Screenshot 2026-05-28 at 17.33.28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646400" y="2543175"/>
            <a:ext cx="6411674" cy="360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9" name="Google Shape;4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0" name="Google Shape;5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" y="1209675"/>
            <a:ext cx="781050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1" name="Google Shape;5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3938" y="1550050"/>
            <a:ext cx="81915" cy="44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5"/>
          <p:cNvSpPr/>
          <p:nvPr/>
        </p:nvSpPr>
        <p:spPr>
          <a:xfrm>
            <a:off x="571500" y="571500"/>
            <a:ext cx="12153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2900"/>
              <a:buFont typeface="Quattrocento Sans"/>
              <a:buNone/>
            </a:pPr>
            <a:r>
              <a:rPr b="1" lang="en-US" sz="2900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Terminal Tests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571500" y="6453188"/>
            <a:ext cx="249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Dimitrios Gretsistas | DUBAI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11487150" y="6453188"/>
            <a:ext cx="14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5" name="Google Shape;505;p15" title="Screenshot 2026-05-29 at 09.49.1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1050" y="1718050"/>
            <a:ext cx="10918548" cy="44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1" name="Google Shape;5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2" name="Google Shape;5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3" name="Google Shape;5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4" name="Google Shape;5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" y="1209675"/>
            <a:ext cx="781050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5" name="Google Shape;5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1600200"/>
            <a:ext cx="53721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6" name="Google Shape;51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1943100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7" name="Google Shape;51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1600200"/>
            <a:ext cx="53721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8" name="Google Shape;51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1943100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9" name="Google Shape;51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1975" y="5172075"/>
            <a:ext cx="1106805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6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2900"/>
              <a:buFont typeface="Quattrocento Sans"/>
              <a:buNone/>
            </a:pPr>
            <a:r>
              <a:rPr b="1" i="0" lang="en-US" sz="2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Deployment and Security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1" name="Google Shape;52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1550" y="203835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6"/>
          <p:cNvSpPr/>
          <p:nvPr/>
        </p:nvSpPr>
        <p:spPr>
          <a:xfrm>
            <a:off x="1381125" y="1995487"/>
            <a:ext cx="2105978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Deployment Stack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3" name="Google Shape;52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6300" y="2609850"/>
            <a:ext cx="13335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6"/>
          <p:cNvSpPr/>
          <p:nvPr/>
        </p:nvSpPr>
        <p:spPr>
          <a:xfrm>
            <a:off x="1114425" y="2566988"/>
            <a:ext cx="2552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Frontend: HTML/CSS/JavaScript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5" name="Google Shape;525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6300" y="3067050"/>
            <a:ext cx="13335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6"/>
          <p:cNvSpPr/>
          <p:nvPr/>
        </p:nvSpPr>
        <p:spPr>
          <a:xfrm>
            <a:off x="1114425" y="3024188"/>
            <a:ext cx="1381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Backend: FastAPI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7" name="Google Shape;52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6300" y="3524250"/>
            <a:ext cx="13335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6"/>
          <p:cNvSpPr/>
          <p:nvPr/>
        </p:nvSpPr>
        <p:spPr>
          <a:xfrm>
            <a:off x="1114425" y="3481388"/>
            <a:ext cx="12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Hosting: Render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9" name="Google Shape;52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6300" y="3981450"/>
            <a:ext cx="13335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16"/>
          <p:cNvSpPr/>
          <p:nvPr/>
        </p:nvSpPr>
        <p:spPr>
          <a:xfrm>
            <a:off x="1114425" y="3938588"/>
            <a:ext cx="2009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GitHub repository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1" name="Google Shape;53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24650" y="203835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6"/>
          <p:cNvSpPr/>
          <p:nvPr/>
        </p:nvSpPr>
        <p:spPr>
          <a:xfrm>
            <a:off x="7134225" y="1995487"/>
            <a:ext cx="20535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Practices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3" name="Google Shape;53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29400" y="2609850"/>
            <a:ext cx="13335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6"/>
          <p:cNvSpPr/>
          <p:nvPr/>
        </p:nvSpPr>
        <p:spPr>
          <a:xfrm>
            <a:off x="6867525" y="2566988"/>
            <a:ext cx="11525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.env protection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5" name="Google Shape;535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29400" y="3067050"/>
            <a:ext cx="13335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6"/>
          <p:cNvSpPr/>
          <p:nvPr/>
        </p:nvSpPr>
        <p:spPr>
          <a:xfrm>
            <a:off x="6867525" y="3024188"/>
            <a:ext cx="1247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.gitignore usage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7" name="Google Shape;53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29400" y="3524250"/>
            <a:ext cx="13335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6"/>
          <p:cNvSpPr/>
          <p:nvPr/>
        </p:nvSpPr>
        <p:spPr>
          <a:xfrm>
            <a:off x="6867525" y="3481388"/>
            <a:ext cx="12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 keys hidden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9" name="Google Shape;539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8675" y="5410200"/>
            <a:ext cx="2381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16"/>
          <p:cNvSpPr/>
          <p:nvPr/>
        </p:nvSpPr>
        <p:spPr>
          <a:xfrm>
            <a:off x="1285875" y="5414963"/>
            <a:ext cx="6915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Local-first development with deployment-ready architecture.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6"/>
          <p:cNvSpPr/>
          <p:nvPr/>
        </p:nvSpPr>
        <p:spPr>
          <a:xfrm>
            <a:off x="571500" y="6262688"/>
            <a:ext cx="24936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Dimitrios Gretsistas | DUBAI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6"/>
          <p:cNvSpPr/>
          <p:nvPr/>
        </p:nvSpPr>
        <p:spPr>
          <a:xfrm>
            <a:off x="11487150" y="6262688"/>
            <a:ext cx="14668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8" name="Google Shape;5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9" name="Google Shape;5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0" name="Google Shape;5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00825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1" name="Google Shape;5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" y="1209675"/>
            <a:ext cx="781050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2" name="Google Shape;5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2009775"/>
            <a:ext cx="23622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3" name="Google Shape;5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2669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4" name="Google Shape;55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57600" y="2009775"/>
            <a:ext cx="23622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5" name="Google Shape;55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00575" y="2381250"/>
            <a:ext cx="4762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6" name="Google Shape;5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2009775"/>
            <a:ext cx="23622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7" name="Google Shape;55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15175" y="22669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8" name="Google Shape;5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0" y="2009775"/>
            <a:ext cx="23622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9" name="Google Shape;559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29775" y="2381250"/>
            <a:ext cx="4762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0" name="Google Shape;560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12265" y="3762375"/>
            <a:ext cx="23622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1" name="Google Shape;561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55240" y="4133850"/>
            <a:ext cx="4762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2" name="Google Shape;562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26865" y="3762375"/>
            <a:ext cx="23622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3" name="Google Shape;563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69840" y="4133850"/>
            <a:ext cx="47625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17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2900"/>
              <a:buFont typeface="Quattrocento Sans"/>
              <a:buNone/>
            </a:pPr>
            <a:r>
              <a:rPr b="1" i="0" lang="en-US" sz="29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 Improvements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5" name="Google Shape;565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200275" y="238125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17"/>
          <p:cNvSpPr/>
          <p:nvPr/>
        </p:nvSpPr>
        <p:spPr>
          <a:xfrm>
            <a:off x="1381125" y="2886075"/>
            <a:ext cx="2074545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Better chronological reasoning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7" name="Google Shape;567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14875" y="2495550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17"/>
          <p:cNvSpPr/>
          <p:nvPr/>
        </p:nvSpPr>
        <p:spPr>
          <a:xfrm>
            <a:off x="4291013" y="3003947"/>
            <a:ext cx="1204913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Hybrid 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9" name="Google Shape;569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200900" y="2381250"/>
            <a:ext cx="3048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17"/>
          <p:cNvSpPr/>
          <p:nvPr/>
        </p:nvSpPr>
        <p:spPr>
          <a:xfrm>
            <a:off x="6410325" y="2886075"/>
            <a:ext cx="2074545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Better cross-video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1" name="Google Shape;571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725025" y="2495550"/>
            <a:ext cx="2857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17"/>
          <p:cNvSpPr/>
          <p:nvPr/>
        </p:nvSpPr>
        <p:spPr>
          <a:xfrm>
            <a:off x="9172575" y="3003947"/>
            <a:ext cx="1529715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Reranking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3" name="Google Shape;573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769540" y="4248150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17"/>
          <p:cNvSpPr/>
          <p:nvPr/>
        </p:nvSpPr>
        <p:spPr>
          <a:xfrm>
            <a:off x="4121840" y="4756547"/>
            <a:ext cx="16974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Larger video library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5" name="Google Shape;575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284140" y="4248150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17"/>
          <p:cNvSpPr/>
          <p:nvPr/>
        </p:nvSpPr>
        <p:spPr>
          <a:xfrm>
            <a:off x="6660253" y="4756547"/>
            <a:ext cx="16449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F3B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292F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Advanced memory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571500" y="6057900"/>
            <a:ext cx="24936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Dimitrios Gretsistas | DUBAI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11477625" y="6057900"/>
            <a:ext cx="1571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1A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4" name="Google Shape;5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5" name="Google Shape;5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6" name="Google Shape;5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3975" y="6276975"/>
            <a:ext cx="19240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7" name="Google Shape;5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4975" y="0"/>
            <a:ext cx="2867025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8" name="Google Shape;58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276850"/>
            <a:ext cx="2390775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8"/>
          <p:cNvSpPr/>
          <p:nvPr/>
        </p:nvSpPr>
        <p:spPr>
          <a:xfrm>
            <a:off x="3970625" y="0"/>
            <a:ext cx="469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Quattrocento Sans"/>
              <a:buNone/>
            </a:pPr>
            <a:r>
              <a:rPr b="1" i="0" lang="en-US" sz="64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5254563" y="1086225"/>
            <a:ext cx="1498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475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1" name="Google Shape;59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1175" y="1105275"/>
            <a:ext cx="3333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18"/>
          <p:cNvSpPr/>
          <p:nvPr/>
        </p:nvSpPr>
        <p:spPr>
          <a:xfrm>
            <a:off x="2490788" y="4619625"/>
            <a:ext cx="9429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AFE"/>
              </a:buClr>
              <a:buSzPts val="1100"/>
              <a:buFont typeface="Quattrocento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3" name="Google Shape;593;p18" title="Screen Recording 2026-05-29 at 10.56.25.mov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1429125"/>
            <a:ext cx="12192001" cy="50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